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91" r:id="rId3"/>
    <p:sldId id="312" r:id="rId4"/>
    <p:sldId id="313" r:id="rId5"/>
    <p:sldId id="315" r:id="rId6"/>
    <p:sldId id="316" r:id="rId7"/>
    <p:sldId id="307" r:id="rId8"/>
    <p:sldId id="309" r:id="rId9"/>
    <p:sldId id="308" r:id="rId10"/>
    <p:sldId id="305" r:id="rId11"/>
    <p:sldId id="318" r:id="rId12"/>
    <p:sldId id="30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946" autoAdjust="0"/>
  </p:normalViewPr>
  <p:slideViewPr>
    <p:cSldViewPr>
      <p:cViewPr varScale="1">
        <p:scale>
          <a:sx n="87" d="100"/>
          <a:sy n="87" d="100"/>
        </p:scale>
        <p:origin x="1837" y="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9DEF3-B879-4DC6-AB42-8BFAA0C3A9C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0CF4E3-95CC-4A05-8977-6264E3E28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04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0CF4E3-95CC-4A05-8977-6264E3E281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21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652F93-A93A-4B12-B2F7-5C4BF972465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CF7D54-5F54-4A4B-80EF-B7652FE1F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652F93-A93A-4B12-B2F7-5C4BF972465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CF7D54-5F54-4A4B-80EF-B7652FE1F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652F93-A93A-4B12-B2F7-5C4BF972465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CF7D54-5F54-4A4B-80EF-B7652FE1F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652F93-A93A-4B12-B2F7-5C4BF972465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CF7D54-5F54-4A4B-80EF-B7652FE1F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652F93-A93A-4B12-B2F7-5C4BF972465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CF7D54-5F54-4A4B-80EF-B7652FE1F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652F93-A93A-4B12-B2F7-5C4BF972465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CF7D54-5F54-4A4B-80EF-B7652FE1F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652F93-A93A-4B12-B2F7-5C4BF972465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CF7D54-5F54-4A4B-80EF-B7652FE1F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652F93-A93A-4B12-B2F7-5C4BF972465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CF7D54-5F54-4A4B-80EF-B7652FE1F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652F93-A93A-4B12-B2F7-5C4BF972465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CF7D54-5F54-4A4B-80EF-B7652FE1F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652F93-A93A-4B12-B2F7-5C4BF972465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CF7D54-5F54-4A4B-80EF-B7652FE1F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7CAFD20-5C32-4DAC-8F43-8F3C7700001F}"/>
              </a:ext>
            </a:extLst>
          </p:cNvPr>
          <p:cNvSpPr txBox="1">
            <a:spLocks/>
          </p:cNvSpPr>
          <p:nvPr userDrawn="1"/>
        </p:nvSpPr>
        <p:spPr>
          <a:xfrm>
            <a:off x="11987" y="152400"/>
            <a:ext cx="7772400" cy="1470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500 px X 800 px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5B5C21-B39A-4AFC-BF94-9054073D40C3}"/>
              </a:ext>
            </a:extLst>
          </p:cNvPr>
          <p:cNvSpPr/>
          <p:nvPr userDrawn="1"/>
        </p:nvSpPr>
        <p:spPr>
          <a:xfrm>
            <a:off x="1600200" y="1752600"/>
            <a:ext cx="5760000" cy="360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9E1A58-8C00-4D85-BADE-AD359B451452}"/>
              </a:ext>
            </a:extLst>
          </p:cNvPr>
          <p:cNvSpPr/>
          <p:nvPr/>
        </p:nvSpPr>
        <p:spPr>
          <a:xfrm>
            <a:off x="972000" y="1752600"/>
            <a:ext cx="7200000" cy="3600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coming soon …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E803A8E3-EC84-B583-B8D9-E1C0A4693C1E}"/>
              </a:ext>
            </a:extLst>
          </p:cNvPr>
          <p:cNvGrpSpPr/>
          <p:nvPr/>
        </p:nvGrpSpPr>
        <p:grpSpPr>
          <a:xfrm>
            <a:off x="1600200" y="1752600"/>
            <a:ext cx="5773252" cy="3600000"/>
            <a:chOff x="1600200" y="1752600"/>
            <a:chExt cx="5773252" cy="3600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19B9582-4A51-6B5B-DD1F-203A08966292}"/>
                </a:ext>
              </a:extLst>
            </p:cNvPr>
            <p:cNvSpPr/>
            <p:nvPr/>
          </p:nvSpPr>
          <p:spPr>
            <a:xfrm>
              <a:off x="1613452" y="1752600"/>
              <a:ext cx="5760000" cy="36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E23E0B8-9D96-CF4E-F0E8-DFA1E1CB1364}"/>
                </a:ext>
              </a:extLst>
            </p:cNvPr>
            <p:cNvSpPr/>
            <p:nvPr/>
          </p:nvSpPr>
          <p:spPr>
            <a:xfrm>
              <a:off x="1600200" y="1752600"/>
              <a:ext cx="5760000" cy="36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7F4000A-0D46-CBDC-D021-712990611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524" b="7143"/>
            <a:stretch>
              <a:fillRect/>
            </a:stretch>
          </p:blipFill>
          <p:spPr>
            <a:xfrm>
              <a:off x="3122286" y="1955915"/>
              <a:ext cx="2743200" cy="1908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1468393-8E52-41BF-C3B0-4C94A1C86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6767"/>
            <a:stretch>
              <a:fillRect/>
            </a:stretch>
          </p:blipFill>
          <p:spPr>
            <a:xfrm>
              <a:off x="1698917" y="3896139"/>
              <a:ext cx="5540083" cy="74543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EEB720A-E297-756D-04F7-349C95394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0251" r="50176"/>
            <a:stretch>
              <a:fillRect/>
            </a:stretch>
          </p:blipFill>
          <p:spPr>
            <a:xfrm>
              <a:off x="1806084" y="2416295"/>
              <a:ext cx="1474304" cy="6087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A9811A8-B46F-38B5-5A3F-7FC83A835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0000" t="5848"/>
            <a:stretch>
              <a:fillRect/>
            </a:stretch>
          </p:blipFill>
          <p:spPr>
            <a:xfrm>
              <a:off x="1724908" y="3138147"/>
              <a:ext cx="1479511" cy="51983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42518B4-FD84-138D-6DD3-7D4D33677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-1845" r="72121"/>
            <a:stretch>
              <a:fillRect/>
            </a:stretch>
          </p:blipFill>
          <p:spPr>
            <a:xfrm>
              <a:off x="5788560" y="1923522"/>
              <a:ext cx="1474304" cy="57109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2805400-77F1-06E8-EE30-311D72C8B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8819" t="4795" r="43302" b="1707"/>
            <a:stretch>
              <a:fillRect/>
            </a:stretch>
          </p:blipFill>
          <p:spPr>
            <a:xfrm>
              <a:off x="5788560" y="2640941"/>
              <a:ext cx="1474304" cy="52429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9FCA0E8-84F7-CB79-161A-91B939D7E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8325" t="-22256" r="12903" b="-1"/>
            <a:stretch>
              <a:fillRect/>
            </a:stretch>
          </p:blipFill>
          <p:spPr>
            <a:xfrm>
              <a:off x="5788560" y="3159175"/>
              <a:ext cx="1521531" cy="685548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B0B3FBF-4911-137E-9CEE-53FCDE965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50763" y="2052422"/>
              <a:ext cx="1615364" cy="32164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1A37329-0737-F4D1-60BF-98E9D6FBF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0560" r="40998"/>
            <a:stretch>
              <a:fillRect/>
            </a:stretch>
          </p:blipFill>
          <p:spPr>
            <a:xfrm>
              <a:off x="2751057" y="4621671"/>
              <a:ext cx="3268743" cy="6923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004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9913-96E4-415D-B934-3007669BC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0B4522-28F6-D470-CE91-95C50A1F2794}"/>
              </a:ext>
            </a:extLst>
          </p:cNvPr>
          <p:cNvSpPr/>
          <p:nvPr/>
        </p:nvSpPr>
        <p:spPr>
          <a:xfrm>
            <a:off x="1600200" y="1752600"/>
            <a:ext cx="5760000" cy="36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428A00-9C31-F9B6-2B90-9381FD3294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086478"/>
            <a:ext cx="5428246" cy="271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151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0C354-B74C-5C38-7ACF-8B02BC14E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9F77C28-B03C-E436-1E91-BFF5E47ECA4F}"/>
              </a:ext>
            </a:extLst>
          </p:cNvPr>
          <p:cNvSpPr/>
          <p:nvPr/>
        </p:nvSpPr>
        <p:spPr>
          <a:xfrm>
            <a:off x="1600200" y="1752600"/>
            <a:ext cx="5760000" cy="36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94DA90-EF6C-F24A-A3B3-5C950659D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298" y="2209800"/>
            <a:ext cx="5433804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5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047BA-030D-9921-B6D7-816A96D5F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331A81-497B-336A-79BF-7AB7F4C594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5" r="8970"/>
          <a:stretch>
            <a:fillRect/>
          </a:stretch>
        </p:blipFill>
        <p:spPr>
          <a:xfrm>
            <a:off x="1600200" y="1752600"/>
            <a:ext cx="5791200" cy="359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56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4ED4E-6029-AE8E-C4DB-F7B5081C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777D7F-018B-AF72-132A-C8B53E274393}"/>
              </a:ext>
            </a:extLst>
          </p:cNvPr>
          <p:cNvSpPr/>
          <p:nvPr/>
        </p:nvSpPr>
        <p:spPr>
          <a:xfrm>
            <a:off x="1600200" y="1752600"/>
            <a:ext cx="5760000" cy="36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879B45-7246-9A63-F1C5-EA7A704B7A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133600"/>
            <a:ext cx="5486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71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C2965-5B8A-5AB4-6BC7-5F411B285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E5C02BE-47E4-834C-5521-D142E46FAEFB}"/>
              </a:ext>
            </a:extLst>
          </p:cNvPr>
          <p:cNvSpPr/>
          <p:nvPr/>
        </p:nvSpPr>
        <p:spPr>
          <a:xfrm>
            <a:off x="1600200" y="1752600"/>
            <a:ext cx="5760000" cy="36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21723D-E430-A072-6A50-3BEE8CD93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231" y="2057400"/>
            <a:ext cx="5501769" cy="293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82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1E9F1-18BB-FDEB-0261-265BA4F97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A16D40B-E780-8950-E006-1B2FE28E62AB}"/>
              </a:ext>
            </a:extLst>
          </p:cNvPr>
          <p:cNvGrpSpPr/>
          <p:nvPr/>
        </p:nvGrpSpPr>
        <p:grpSpPr>
          <a:xfrm>
            <a:off x="1600200" y="1752600"/>
            <a:ext cx="5760000" cy="3600000"/>
            <a:chOff x="1600200" y="1752600"/>
            <a:chExt cx="5760000" cy="3600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B27CC95-A6A9-0BE0-C349-5E950F378A09}"/>
                </a:ext>
              </a:extLst>
            </p:cNvPr>
            <p:cNvSpPr/>
            <p:nvPr/>
          </p:nvSpPr>
          <p:spPr>
            <a:xfrm>
              <a:off x="1600200" y="1752600"/>
              <a:ext cx="5760000" cy="36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DAEC6AA-65A1-BA15-351C-54CD46C7D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5908" y="2231953"/>
              <a:ext cx="3664292" cy="239409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E807DEB-06B8-E2A7-618C-5E7C8C3B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0" y="2077053"/>
              <a:ext cx="1718777" cy="135194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0341D8A-27FF-DCC9-E256-39E1A115E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4234" y="3505200"/>
              <a:ext cx="1720943" cy="13121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9162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8098B-EC02-5B96-78EE-4DBF28416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33091E-79B3-6D1B-4655-FB40EC1FEC39}"/>
              </a:ext>
            </a:extLst>
          </p:cNvPr>
          <p:cNvSpPr/>
          <p:nvPr/>
        </p:nvSpPr>
        <p:spPr>
          <a:xfrm>
            <a:off x="1600200" y="1752600"/>
            <a:ext cx="5760000" cy="36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068014-B7A1-EBBB-A521-D0F5D0109C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07" b="5115"/>
          <a:stretch>
            <a:fillRect/>
          </a:stretch>
        </p:blipFill>
        <p:spPr>
          <a:xfrm>
            <a:off x="1600200" y="1728579"/>
            <a:ext cx="5760000" cy="36240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00C3EB-A03C-B7A4-4900-555F5AD5AB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792" r="648" b="4878"/>
          <a:stretch>
            <a:fillRect/>
          </a:stretch>
        </p:blipFill>
        <p:spPr>
          <a:xfrm>
            <a:off x="5181601" y="1728579"/>
            <a:ext cx="2178600" cy="188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74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6705E02-41B3-0BFF-2141-02C20AA46F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780" t="5048" r="37831"/>
          <a:stretch>
            <a:fillRect/>
          </a:stretch>
        </p:blipFill>
        <p:spPr>
          <a:xfrm>
            <a:off x="2286000" y="1760316"/>
            <a:ext cx="3478885" cy="35957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4855EC-AED4-A002-AFE3-DDBC3FB5F8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627" t="5048" r="4498"/>
          <a:stretch>
            <a:fillRect/>
          </a:stretch>
        </p:blipFill>
        <p:spPr>
          <a:xfrm>
            <a:off x="5410200" y="1768032"/>
            <a:ext cx="1951299" cy="35957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31CDBD-650C-839B-6AD9-75C24F898E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25" t="5048" r="73879"/>
          <a:stretch>
            <a:fillRect/>
          </a:stretch>
        </p:blipFill>
        <p:spPr>
          <a:xfrm>
            <a:off x="1600199" y="1752600"/>
            <a:ext cx="1506457" cy="359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12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70A04-09C1-6D75-3459-54C96D1AA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944847-BE6B-CADD-4144-E7A4CA606E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2" t="1095" r="14436" b="805"/>
          <a:stretch>
            <a:fillRect/>
          </a:stretch>
        </p:blipFill>
        <p:spPr>
          <a:xfrm>
            <a:off x="1600200" y="1752600"/>
            <a:ext cx="5791200" cy="36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92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34553A-9265-3F60-32D0-BEDB60BD67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39" t="1143" r="5137"/>
          <a:stretch>
            <a:fillRect/>
          </a:stretch>
        </p:blipFill>
        <p:spPr>
          <a:xfrm>
            <a:off x="1600200" y="1752600"/>
            <a:ext cx="5791200" cy="36072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25E352-CF37-8B71-D18B-0EEF0B468C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77" r="64516" b="1071"/>
          <a:stretch>
            <a:fillRect/>
          </a:stretch>
        </p:blipFill>
        <p:spPr>
          <a:xfrm>
            <a:off x="5867401" y="3934222"/>
            <a:ext cx="1524000" cy="146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35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4549</TotalTime>
  <Words>4</Words>
  <Application>Microsoft Office PowerPoint</Application>
  <PresentationFormat>On-screen Show (4:3)</PresentationFormat>
  <Paragraphs>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Daniel Simões Lopes</dc:creator>
  <cp:lastModifiedBy>Daniel Simões Lopes</cp:lastModifiedBy>
  <cp:revision>88</cp:revision>
  <dcterms:created xsi:type="dcterms:W3CDTF">2021-09-11T15:04:41Z</dcterms:created>
  <dcterms:modified xsi:type="dcterms:W3CDTF">2026-10-02T09:46:33Z</dcterms:modified>
</cp:coreProperties>
</file>